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Cluster 0</c:v>
                </c:pt>
                <c:pt idx="1">
                  <c:v>Cluster 1</c:v>
                </c:pt>
                <c:pt idx="2">
                  <c:v>Cluster 2</c:v>
                </c:pt>
                <c:pt idx="3">
                  <c:v>Cluster 3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5200</c:v>
                </c:pt>
                <c:pt idx="1">
                  <c:v>4800</c:v>
                </c:pt>
                <c:pt idx="2">
                  <c:v>6000</c:v>
                </c:pt>
                <c:pt idx="3">
                  <c:v>4000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GB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GB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e5eb176a-b02d-4e7d-8244-afbbcba51949}"/>
      </c:ext>
    </c:extLst>
  </c:chart>
  <c:txPr>
    <a:bodyPr/>
    <a:lstStyle/>
    <a:p>
      <a:pPr>
        <a:defRPr lang="en-GB" sz="1800"/>
      </a:pPr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Customer Segmentation Using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Professional ML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Objective: Segment customers based on behavior to improve marketing &amp; business strategy.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Collection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 of 20,000 records including Age, Gender, Income, Spending Score, Transactions, Recency.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Handled missing values • Removed duplicates • Adjusted inconsistent entries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Performed distribution plots, gender count, and feature relationship analysis.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Applied StandardScaler to normalize features before clustering.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Optimal Cluster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7925435" cy="4526280"/>
          </a:xfrm>
        </p:spPr>
        <p:txBody>
          <a:bodyPr/>
          <a:lstStyle/>
          <a:p>
            <a:r>
              <a:t>Used Elbow &amp; Silhouette Score to find best K value.</a:t>
            </a:r>
          </a:p>
          <a:p/>
          <a:p/>
          <a:p/>
          <a:p/>
          <a:p>
            <a:pPr marL="0" indent="0">
              <a:buNone/>
            </a:pPr>
          </a:p>
        </p:txBody>
      </p:sp>
      <p:pic>
        <p:nvPicPr>
          <p:cNvPr id="4" name="Content Placeholder 3"/>
          <p:cNvPicPr>
            <a:picLocks noChangeAspect="1"/>
          </p:cNvPicPr>
          <p:nvPr>
            <p:ph sz="half" idx="2"/>
          </p:nvPr>
        </p:nvPicPr>
        <p:blipFill>
          <a:blip r:embed="rId1"/>
          <a:srcRect l="-197" r="62401" b="46507"/>
          <a:stretch>
            <a:fillRect/>
          </a:stretch>
        </p:blipFill>
        <p:spPr>
          <a:xfrm>
            <a:off x="132715" y="2708910"/>
            <a:ext cx="4199890" cy="3221355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rcRect r="62090" b="46148"/>
          <a:stretch>
            <a:fillRect/>
          </a:stretch>
        </p:blipFill>
        <p:spPr>
          <a:xfrm>
            <a:off x="4772660" y="2703830"/>
            <a:ext cx="3935730" cy="32619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K-Means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Segmented customers into meaningful groups.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PCA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7313930" cy="4526280"/>
          </a:xfrm>
        </p:spPr>
        <p:txBody>
          <a:bodyPr/>
          <a:lstStyle/>
          <a:p>
            <a:r>
              <a:t>Used PCA to visualize clusters in 2 dimensions.</a:t>
            </a:r>
          </a:p>
        </p:txBody>
      </p:sp>
      <p:pic>
        <p:nvPicPr>
          <p:cNvPr id="5" name="Content Placeholder 4"/>
          <p:cNvPicPr>
            <a:picLocks noChangeAspect="1"/>
          </p:cNvPicPr>
          <p:nvPr>
            <p:ph sz="half" idx="2"/>
          </p:nvPr>
        </p:nvPicPr>
        <p:blipFill>
          <a:blip r:embed="rId1"/>
          <a:srcRect l="597" t="-1683" r="55597" b="35729"/>
          <a:stretch>
            <a:fillRect/>
          </a:stretch>
        </p:blipFill>
        <p:spPr>
          <a:xfrm>
            <a:off x="1443355" y="2522855"/>
            <a:ext cx="4945380" cy="3721735"/>
          </a:xfr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Cluster Profiling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Identified key behaviors of each customer segment.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Segmentation enables targeted marketing, better personalization, and growth.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Cluster Size Visualization (Example)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929</Words>
  <Application>WPS Presentation</Application>
  <PresentationFormat>On-screen Show (4:3)</PresentationFormat>
  <Paragraphs>51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Customer Segmentation Using Machine Learning</vt:lpstr>
      <vt:lpstr>Project Introduction</vt:lpstr>
      <vt:lpstr>Data Collection</vt:lpstr>
      <vt:lpstr>Data Cleaning</vt:lpstr>
      <vt:lpstr>EDA</vt:lpstr>
      <vt:lpstr>Scaling</vt:lpstr>
      <vt:lpstr>Optimal Cluster Selection</vt:lpstr>
      <vt:lpstr>K-Means Clustering</vt:lpstr>
      <vt:lpstr>PCA Visualization</vt:lpstr>
      <vt:lpstr>Cluster Profiling</vt:lpstr>
      <vt:lpstr>Conclusion</vt:lpstr>
      <vt:lpstr>Cluster Size Visualization (Example)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Tushar Parashar</cp:lastModifiedBy>
  <cp:revision>2</cp:revision>
  <dcterms:created xsi:type="dcterms:W3CDTF">2013-01-27T09:14:00Z</dcterms:created>
  <dcterms:modified xsi:type="dcterms:W3CDTF">2025-11-28T13:16:06Z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1934728FE4694D1195E4428A139AF4B6_13</vt:lpwstr>
  </property>
  <property fmtid="{D5CDD505-2E9C-101B-9397-08002B2CF9AE}" pid="3" name="KSOProductBuildVer">
    <vt:lpwstr>2057-12.2.0.23158</vt:lpwstr>
  </property>
</Properties>
</file>